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77" r:id="rId3"/>
    <p:sldId id="293" r:id="rId4"/>
    <p:sldId id="278" r:id="rId5"/>
    <p:sldId id="279" r:id="rId6"/>
    <p:sldId id="280" r:id="rId7"/>
    <p:sldId id="281" r:id="rId8"/>
    <p:sldId id="282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58" r:id="rId19"/>
    <p:sldId id="259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32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164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8333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382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129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7512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244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4524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744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590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0123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440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7331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57453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276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7206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4a3729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4a3729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368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94a3729a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294a3729a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94a3729a7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294a3729a7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0" y="0"/>
            <a:ext cx="9143981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517E38-5530-4543-9D5A-9790909C9F9A}"/>
              </a:ext>
            </a:extLst>
          </p:cNvPr>
          <p:cNvSpPr/>
          <p:nvPr/>
        </p:nvSpPr>
        <p:spPr>
          <a:xfrm>
            <a:off x="463650" y="610640"/>
            <a:ext cx="25506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LinkedIn Matters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52999B-E351-432F-8638-F61886EE260D}"/>
              </a:ext>
            </a:extLst>
          </p:cNvPr>
          <p:cNvSpPr/>
          <p:nvPr/>
        </p:nvSpPr>
        <p:spPr>
          <a:xfrm>
            <a:off x="463650" y="918805"/>
            <a:ext cx="85303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is the world’s largest professional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It’s not just for job seekers—it’s for personal branding, networking, and building trust.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90%+ of recruiters actively use LinkedIn to hire.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Great place to showcase your projects, get freelance work, and learn from experts.</a:t>
            </a:r>
          </a:p>
        </p:txBody>
      </p:sp>
      <p:pic>
        <p:nvPicPr>
          <p:cNvPr id="1026" name="Picture 2" descr="Unlocking the power of LinkedIn for business – William Murray">
            <a:extLst>
              <a:ext uri="{FF2B5EF4-FFF2-40B4-BE49-F238E27FC236}">
                <a16:creationId xmlns:a16="http://schemas.microsoft.com/office/drawing/2014/main" id="{C5B1C7E0-CFE4-40D7-BBAB-2AC90F5BD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387" y="2119134"/>
            <a:ext cx="4633226" cy="2608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72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7A1832-004E-4FA7-A952-81CD19B4DA10}"/>
              </a:ext>
            </a:extLst>
          </p:cNvPr>
          <p:cNvSpPr/>
          <p:nvPr/>
        </p:nvSpPr>
        <p:spPr>
          <a:xfrm>
            <a:off x="485081" y="705922"/>
            <a:ext cx="57759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Build a Strong LinkedIn Profile (Step by Step)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39083A-176A-4B13-81E4-65C897DBCED2}"/>
              </a:ext>
            </a:extLst>
          </p:cNvPr>
          <p:cNvSpPr/>
          <p:nvPr/>
        </p:nvSpPr>
        <p:spPr>
          <a:xfrm>
            <a:off x="542231" y="1106032"/>
            <a:ext cx="54817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Profile Photo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clear, friendly, professional headshot.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selfies, filters, or distracting backgrounds.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F5E53E-38E5-498B-AD67-6A6B479B2190}"/>
              </a:ext>
            </a:extLst>
          </p:cNvPr>
          <p:cNvSpPr/>
          <p:nvPr/>
        </p:nvSpPr>
        <p:spPr>
          <a:xfrm>
            <a:off x="542232" y="1967807"/>
            <a:ext cx="64157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Headline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beyond just “Student” or “Developer”.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"MERN Stack Developer | Front-End Enthusiast | Building Web Experiences"</a:t>
            </a:r>
          </a:p>
        </p:txBody>
      </p:sp>
    </p:spTree>
    <p:extLst>
      <p:ext uri="{BB962C8B-B14F-4D97-AF65-F5344CB8AC3E}">
        <p14:creationId xmlns:p14="http://schemas.microsoft.com/office/powerpoint/2010/main" val="1760769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79A69A-6CB2-40A6-825E-C4D603F59450}"/>
              </a:ext>
            </a:extLst>
          </p:cNvPr>
          <p:cNvSpPr/>
          <p:nvPr/>
        </p:nvSpPr>
        <p:spPr>
          <a:xfrm>
            <a:off x="464343" y="578525"/>
            <a:ext cx="717532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About Section (Summary)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brief intro (3–4 lines) about: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you 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you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you’re passionate about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kind of work you’re looking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first person ("I am passionate about building...")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08B806-AE64-479E-9500-59506CF97798}"/>
              </a:ext>
            </a:extLst>
          </p:cNvPr>
          <p:cNvSpPr/>
          <p:nvPr/>
        </p:nvSpPr>
        <p:spPr>
          <a:xfrm>
            <a:off x="464343" y="2609850"/>
            <a:ext cx="57909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Experience / Projects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 any: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Freelance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Internship or job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Personal/academic projects (with GitHub or live links)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bullet points to explain what you did.</a:t>
            </a:r>
          </a:p>
        </p:txBody>
      </p:sp>
    </p:spTree>
    <p:extLst>
      <p:ext uri="{BB962C8B-B14F-4D97-AF65-F5344CB8AC3E}">
        <p14:creationId xmlns:p14="http://schemas.microsoft.com/office/powerpoint/2010/main" val="2133514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CECBA4-1BA7-408C-971E-5E775CFC8517}"/>
              </a:ext>
            </a:extLst>
          </p:cNvPr>
          <p:cNvSpPr/>
          <p:nvPr/>
        </p:nvSpPr>
        <p:spPr>
          <a:xfrm>
            <a:off x="457199" y="601654"/>
            <a:ext cx="80224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relevant skills: HTML, CSS, React, Node.js, MongoDB, Git, REST API,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Endorsements help build credibility.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43B311-9053-468A-92F6-8320A2AE8F19}"/>
              </a:ext>
            </a:extLst>
          </p:cNvPr>
          <p:cNvSpPr/>
          <p:nvPr/>
        </p:nvSpPr>
        <p:spPr>
          <a:xfrm>
            <a:off x="457199" y="1524984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Mention degree, certifications, bootcamps or online courses.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2568F8-FD9E-4850-89AC-E1D19C9E0407}"/>
              </a:ext>
            </a:extLst>
          </p:cNvPr>
          <p:cNvSpPr/>
          <p:nvPr/>
        </p:nvSpPr>
        <p:spPr>
          <a:xfrm>
            <a:off x="457199" y="2171315"/>
            <a:ext cx="69080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Featured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Showcase your top projects, portfolios, blogs, or videos.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 to GitHub,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CodePen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portfolio website.</a:t>
            </a:r>
          </a:p>
        </p:txBody>
      </p:sp>
    </p:spTree>
    <p:extLst>
      <p:ext uri="{BB962C8B-B14F-4D97-AF65-F5344CB8AC3E}">
        <p14:creationId xmlns:p14="http://schemas.microsoft.com/office/powerpoint/2010/main" val="2463728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DFDF12-E21F-43F6-88D2-409C04AA0CD1}"/>
              </a:ext>
            </a:extLst>
          </p:cNvPr>
          <p:cNvSpPr/>
          <p:nvPr/>
        </p:nvSpPr>
        <p:spPr>
          <a:xfrm>
            <a:off x="470160" y="560487"/>
            <a:ext cx="48141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Best Practices for Web Developers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6995AA-4614-431B-BDDC-C356143153F9}"/>
              </a:ext>
            </a:extLst>
          </p:cNvPr>
          <p:cNvSpPr/>
          <p:nvPr/>
        </p:nvSpPr>
        <p:spPr>
          <a:xfrm>
            <a:off x="527310" y="960597"/>
            <a:ext cx="79451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 your project updates and code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short posts on what you're learning (e.g. “Today I learned how to use React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useEffect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 and engage with influencers and tech communities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 with value, not just emojis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spammy DMs — build authentic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 groups for Web Developers / Freelancers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profile for keywords like “Web Developer”, “JavaScript”, “React.js”</a:t>
            </a:r>
          </a:p>
        </p:txBody>
      </p:sp>
    </p:spTree>
    <p:extLst>
      <p:ext uri="{BB962C8B-B14F-4D97-AF65-F5344CB8AC3E}">
        <p14:creationId xmlns:p14="http://schemas.microsoft.com/office/powerpoint/2010/main" val="394740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09154A-29DB-4F01-88F7-BE5B3A7A2EC5}"/>
              </a:ext>
            </a:extLst>
          </p:cNvPr>
          <p:cNvSpPr/>
          <p:nvPr/>
        </p:nvSpPr>
        <p:spPr>
          <a:xfrm>
            <a:off x="491589" y="563226"/>
            <a:ext cx="4278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LinkedIn Can Help You as a Developer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03C5AC-355E-4203-93C4-E87457863CB2}"/>
              </a:ext>
            </a:extLst>
          </p:cNvPr>
          <p:cNvSpPr/>
          <p:nvPr/>
        </p:nvSpPr>
        <p:spPr>
          <a:xfrm>
            <a:off x="491589" y="859602"/>
            <a:ext cx="757370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Opportunities: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Companies hire directly from LinkedIn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Freelancing: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Clients often check your profile before hiring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Visibility: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Recruiters can find you via keyword search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Networking: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Connect with other developers, clients, mentors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Follow tech blogs, companies, and developers sharing daily insights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C9030C-C849-4F44-A913-3FC54BC06ABC}"/>
              </a:ext>
            </a:extLst>
          </p:cNvPr>
          <p:cNvSpPr/>
          <p:nvPr/>
        </p:nvSpPr>
        <p:spPr>
          <a:xfrm>
            <a:off x="491589" y="2437239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Optimization Checklist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973465-9C23-4EB4-8C62-CAE4B9F0396B}"/>
              </a:ext>
            </a:extLst>
          </p:cNvPr>
          <p:cNvSpPr/>
          <p:nvPr/>
        </p:nvSpPr>
        <p:spPr>
          <a:xfrm>
            <a:off x="491589" y="2717663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Professional photo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Compelling headline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Clear, honest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Updated project/work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 list with endorsements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 added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and engaging profile</a:t>
            </a:r>
          </a:p>
        </p:txBody>
      </p:sp>
    </p:spTree>
    <p:extLst>
      <p:ext uri="{BB962C8B-B14F-4D97-AF65-F5344CB8AC3E}">
        <p14:creationId xmlns:p14="http://schemas.microsoft.com/office/powerpoint/2010/main" val="379306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8092D-EB5A-4C51-8F8B-CC0E29B5837A}"/>
              </a:ext>
            </a:extLst>
          </p:cNvPr>
          <p:cNvSpPr/>
          <p:nvPr/>
        </p:nvSpPr>
        <p:spPr>
          <a:xfrm>
            <a:off x="464765" y="631924"/>
            <a:ext cx="28328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Tasks for Students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DBB5B9-0A00-4D50-8721-076D22613CC8}"/>
              </a:ext>
            </a:extLst>
          </p:cNvPr>
          <p:cNvSpPr/>
          <p:nvPr/>
        </p:nvSpPr>
        <p:spPr>
          <a:xfrm>
            <a:off x="464765" y="1032034"/>
            <a:ext cx="74362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LinkedIn account (if you don’t have one).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professional photo and headline.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your “About” section in your own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your portfolio project or GitHub link in the “Featured” 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 with 10 developers or classmates.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 5 influencers (e.g., Fireship, Brad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Traversy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Angela Yu,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your first post — e.g., "Started learning MERN stack today!"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 something valuable on someone else’s post.</a:t>
            </a:r>
          </a:p>
        </p:txBody>
      </p:sp>
    </p:spTree>
    <p:extLst>
      <p:ext uri="{BB962C8B-B14F-4D97-AF65-F5344CB8AC3E}">
        <p14:creationId xmlns:p14="http://schemas.microsoft.com/office/powerpoint/2010/main" val="275793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B18FE-E698-49F7-84A7-76390C3E067D}"/>
              </a:ext>
            </a:extLst>
          </p:cNvPr>
          <p:cNvSpPr/>
          <p:nvPr/>
        </p:nvSpPr>
        <p:spPr>
          <a:xfrm>
            <a:off x="2870251" y="2110085"/>
            <a:ext cx="340349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Git, GitHub</a:t>
            </a:r>
          </a:p>
        </p:txBody>
      </p:sp>
    </p:spTree>
    <p:extLst>
      <p:ext uri="{BB962C8B-B14F-4D97-AF65-F5344CB8AC3E}">
        <p14:creationId xmlns:p14="http://schemas.microsoft.com/office/powerpoint/2010/main" val="648169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5EE38A-8429-41C0-805B-9C95BBA9AF2B}"/>
              </a:ext>
            </a:extLst>
          </p:cNvPr>
          <p:cNvSpPr/>
          <p:nvPr/>
        </p:nvSpPr>
        <p:spPr>
          <a:xfrm>
            <a:off x="471488" y="642252"/>
            <a:ext cx="722947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Git?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is a Version Control System (VCS) that helps you track changes in your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by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Linus Torvalds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(also created Linux).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revisions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Revert to previous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Collaborate with others without overwriting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7F5666-C096-4ACD-B3EE-D4812D6436CF}"/>
              </a:ext>
            </a:extLst>
          </p:cNvPr>
          <p:cNvSpPr/>
          <p:nvPr/>
        </p:nvSpPr>
        <p:spPr>
          <a:xfrm>
            <a:off x="471487" y="2735133"/>
            <a:ext cx="4572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Commands: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Initialize repo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status – Check current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add – Stage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commit -m "msg" – Save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log – View commit history</a:t>
            </a:r>
          </a:p>
        </p:txBody>
      </p:sp>
    </p:spTree>
    <p:extLst>
      <p:ext uri="{BB962C8B-B14F-4D97-AF65-F5344CB8AC3E}">
        <p14:creationId xmlns:p14="http://schemas.microsoft.com/office/powerpoint/2010/main" val="2111213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DD1BAC-ABD8-4A16-9D34-50A471B57030}"/>
              </a:ext>
            </a:extLst>
          </p:cNvPr>
          <p:cNvSpPr/>
          <p:nvPr/>
        </p:nvSpPr>
        <p:spPr>
          <a:xfrm>
            <a:off x="514349" y="612547"/>
            <a:ext cx="8222555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GitHub?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is a cloud-based platform to store and manage Git repositories/folder.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 of it like Google Drive for your code, but more powerful.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 and share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Collaborate with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issues and pull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Showcase your work to the public</a:t>
            </a:r>
          </a:p>
        </p:txBody>
      </p:sp>
    </p:spTree>
    <p:extLst>
      <p:ext uri="{BB962C8B-B14F-4D97-AF65-F5344CB8AC3E}">
        <p14:creationId xmlns:p14="http://schemas.microsoft.com/office/powerpoint/2010/main" val="2038891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1C8C4D-0C45-468A-91DA-21201BC1ED81}"/>
              </a:ext>
            </a:extLst>
          </p:cNvPr>
          <p:cNvSpPr/>
          <p:nvPr/>
        </p:nvSpPr>
        <p:spPr>
          <a:xfrm>
            <a:off x="457765" y="639068"/>
            <a:ext cx="15905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vs GitHub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631106-FFDC-465C-8F89-B0419A322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380279"/>
              </p:ext>
            </p:extLst>
          </p:nvPr>
        </p:nvGraphicFramePr>
        <p:xfrm>
          <a:off x="475989" y="1178719"/>
          <a:ext cx="7610738" cy="1524000"/>
        </p:xfrm>
        <a:graphic>
          <a:graphicData uri="http://schemas.openxmlformats.org/drawingml/2006/table">
            <a:tbl>
              <a:tblPr/>
              <a:tblGrid>
                <a:gridCol w="2524764">
                  <a:extLst>
                    <a:ext uri="{9D8B030D-6E8A-4147-A177-3AD203B41FA5}">
                      <a16:colId xmlns:a16="http://schemas.microsoft.com/office/drawing/2014/main" val="219635937"/>
                    </a:ext>
                  </a:extLst>
                </a:gridCol>
                <a:gridCol w="2542987">
                  <a:extLst>
                    <a:ext uri="{9D8B030D-6E8A-4147-A177-3AD203B41FA5}">
                      <a16:colId xmlns:a16="http://schemas.microsoft.com/office/drawing/2014/main" val="2063499444"/>
                    </a:ext>
                  </a:extLst>
                </a:gridCol>
                <a:gridCol w="2542987">
                  <a:extLst>
                    <a:ext uri="{9D8B030D-6E8A-4147-A177-3AD203B41FA5}">
                      <a16:colId xmlns:a16="http://schemas.microsoft.com/office/drawing/2014/main" val="325563890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Git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GitHub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10707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/>
                        <a:t>What is it?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Version Control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nb-NO" sz="1400" dirty="0"/>
                        <a:t>Hosting platform for Git repos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8219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/>
                        <a:t>Works Offline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87286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/>
                        <a:t>Local or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 (also GitHub Desktop)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14407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/>
                        <a:t>Key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Track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Share &amp; collaborate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311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46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BFF9BF-BEE4-424F-98F6-A8E875A18880}"/>
              </a:ext>
            </a:extLst>
          </p:cNvPr>
          <p:cNvSpPr/>
          <p:nvPr/>
        </p:nvSpPr>
        <p:spPr>
          <a:xfrm>
            <a:off x="492918" y="620257"/>
            <a:ext cx="6650831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Use Git and GitHub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GitHub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repo on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Clone it to your computer: git clone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changes locally, use Git commands: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add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commit -m "initial commit"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push origin 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go live to your GitHub repo</a:t>
            </a:r>
          </a:p>
        </p:txBody>
      </p:sp>
    </p:spTree>
    <p:extLst>
      <p:ext uri="{BB962C8B-B14F-4D97-AF65-F5344CB8AC3E}">
        <p14:creationId xmlns:p14="http://schemas.microsoft.com/office/powerpoint/2010/main" val="3954494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37ECC2-81A8-48D7-9E5D-F79F6771C0AF}"/>
              </a:ext>
            </a:extLst>
          </p:cNvPr>
          <p:cNvSpPr/>
          <p:nvPr/>
        </p:nvSpPr>
        <p:spPr>
          <a:xfrm>
            <a:off x="492918" y="599956"/>
            <a:ext cx="692943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Git &amp; GitHub Are Essential for Web Developers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 history of your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Backup of your code in the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Collaborate on open-source or team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your code to clients and recruiters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GitHub Pages to host portfolios for 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with CI/CD,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Netlify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Vercel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1456829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A72977-FD1E-40B0-81AC-A8E1F74B1DF6}"/>
              </a:ext>
            </a:extLst>
          </p:cNvPr>
          <p:cNvSpPr/>
          <p:nvPr/>
        </p:nvSpPr>
        <p:spPr>
          <a:xfrm>
            <a:off x="471487" y="613113"/>
            <a:ext cx="6772275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 Strong GitHub Profile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Tips for Students: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professional profile picture and bio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 your best 3–6 repositories (e.g., Portfolio, Blog, API app)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meaningful README files in each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Contribute to open-source or your own mini-projects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Organize repos using folders and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your contributions graph by staying active</a:t>
            </a:r>
          </a:p>
        </p:txBody>
      </p:sp>
    </p:spTree>
    <p:extLst>
      <p:ext uri="{BB962C8B-B14F-4D97-AF65-F5344CB8AC3E}">
        <p14:creationId xmlns:p14="http://schemas.microsoft.com/office/powerpoint/2010/main" val="3253227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3ADCD8-3712-4EB3-B212-0ED5193A60CE}"/>
              </a:ext>
            </a:extLst>
          </p:cNvPr>
          <p:cNvSpPr/>
          <p:nvPr/>
        </p:nvSpPr>
        <p:spPr>
          <a:xfrm>
            <a:off x="450056" y="597129"/>
            <a:ext cx="8393907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Connecting GitHub to LinkedIn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your GitHub link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Featured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About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Projects or Experience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 regularly on LinkedIn: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 built this app using React &amp; Node. Here's my GitHub link 👇”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hashtags like #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#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webdevelopment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#100DaysOfCode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your GitHub profile link short with a custom domain: e.g.,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git.munim.dev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406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0935DD-2671-4877-BF4F-4F5A3BA4CF0E}"/>
              </a:ext>
            </a:extLst>
          </p:cNvPr>
          <p:cNvSpPr/>
          <p:nvPr/>
        </p:nvSpPr>
        <p:spPr>
          <a:xfrm>
            <a:off x="471487" y="562541"/>
            <a:ext cx="7108031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Tasks for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Git on your PC (Windows/Mac/Linux).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GitHub account.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GitHub link to your LinkedIn.</a:t>
            </a:r>
          </a:p>
        </p:txBody>
      </p:sp>
    </p:spTree>
    <p:extLst>
      <p:ext uri="{BB962C8B-B14F-4D97-AF65-F5344CB8AC3E}">
        <p14:creationId xmlns:p14="http://schemas.microsoft.com/office/powerpoint/2010/main" val="2058220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911" y="610450"/>
            <a:ext cx="8049801" cy="392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261" y="1294489"/>
            <a:ext cx="6759476" cy="25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966</Words>
  <Application>Microsoft Office PowerPoint</Application>
  <PresentationFormat>On-screen Show (16:9)</PresentationFormat>
  <Paragraphs>142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36</cp:revision>
  <dcterms:modified xsi:type="dcterms:W3CDTF">2026-01-03T16:46:41Z</dcterms:modified>
</cp:coreProperties>
</file>